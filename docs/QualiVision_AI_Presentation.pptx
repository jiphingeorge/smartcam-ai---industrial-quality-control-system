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QualiVision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Industrial Quality Control System</a:t>
            </a:r>
          </a:p>
          <a:p>
            <a:r>
              <a:t>Developed by Jiphin George</a:t>
            </a:r>
          </a:p>
          <a:p>
            <a:r>
              <a:t>MCA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quality inspection is:</a:t>
            </a:r>
          </a:p>
          <a:p>
            <a:pPr lvl="1"/>
            <a:r>
              <a:t>Slow and bottlenecks production.</a:t>
            </a:r>
          </a:p>
          <a:p>
            <a:pPr lvl="1"/>
            <a:r>
              <a:t>Inconsistent due to human visual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QualiVision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automated Deep Learning CV platform featuring:</a:t>
            </a:r>
          </a:p>
          <a:p>
            <a:pPr lvl="1"/>
            <a:r>
              <a:t>EfficientNetV2B0 model for 99.8% accurate classification.</a:t>
            </a:r>
          </a:p>
          <a:p>
            <a:pPr lvl="1"/>
            <a:r>
              <a:t>Real-time WebSocket streaming from factory cameras.</a:t>
            </a:r>
          </a:p>
          <a:p>
            <a:pPr lvl="1"/>
            <a:r>
              <a:t>Grad-CAM explainability for transparent AI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