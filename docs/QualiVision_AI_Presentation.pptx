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142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err="1"/>
              <a:t>QualiVision</a:t>
            </a:r>
            <a:r>
              <a:rPr dirty="0"/>
              <a:t> AI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Industrial Quality Control System</a:t>
            </a:r>
          </a:p>
          <a:p>
            <a:r>
              <a:t>Developed by Jiphin George</a:t>
            </a:r>
          </a:p>
          <a:p>
            <a:r>
              <a:t>MCA Internship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Manual quality inspection is:</a:t>
            </a:r>
          </a:p>
          <a:p>
            <a:pPr lvl="1"/>
            <a:r>
              <a:t>Slow and bottlenecks production.</a:t>
            </a:r>
          </a:p>
          <a:p>
            <a:pPr lvl="1"/>
            <a:r>
              <a:t>Inconsistent due to human visual fatigue.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Proposed Solution: QualiVision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 automated Deep Learning CV platform featuring:</a:t>
            </a:r>
          </a:p>
          <a:p>
            <a:pPr lvl="1"/>
            <a:r>
              <a:t>EfficientNetV2B0 model for 99.8% accurate classification.</a:t>
            </a:r>
          </a:p>
          <a:p>
            <a:pPr lvl="1"/>
            <a:r>
              <a:t>Real-time WebSocket streaming from factory cameras.</a:t>
            </a:r>
          </a:p>
          <a:p>
            <a:pPr lvl="1"/>
            <a:r>
              <a:t>Grad-CAM explainability for transparent AI decisions.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67</Words>
  <Application>Microsoft Office PowerPoint</Application>
  <PresentationFormat>On-screen Show (4:3)</PresentationFormat>
  <Paragraphs>13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QualiVision AI</vt:lpstr>
      <vt:lpstr>Problem Statement</vt:lpstr>
      <vt:lpstr>Proposed Solution: QualiVision AI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Jiphin George</cp:lastModifiedBy>
  <cp:revision>1</cp:revision>
  <dcterms:created xsi:type="dcterms:W3CDTF">2013-01-27T09:14:16Z</dcterms:created>
  <dcterms:modified xsi:type="dcterms:W3CDTF">2026-07-04T08:08:20Z</dcterms:modified>
  <cp:category/>
</cp:coreProperties>
</file>